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B4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1B4B"/>
                </a:solidFill>
                <a:latin typeface="Calibri"/>
              </a:rPr>
              <a:t>Recall per attack type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%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B4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Generic</c:v>
                  </c:pt>
                  <c:pt idx="1">
                    <c:v>Reconnaissance</c:v>
                  </c:pt>
                  <c:pt idx="2">
                    <c:v>Shellcode</c:v>
                  </c:pt>
                  <c:pt idx="3">
                    <c:v>DoS</c:v>
                  </c:pt>
                  <c:pt idx="4">
                    <c:v>Exploits</c:v>
                  </c:pt>
                  <c:pt idx="5">
                    <c:v>Worms</c:v>
                  </c:pt>
                  <c:pt idx="6">
                    <c:v>Backdoor</c:v>
                  </c:pt>
                  <c:pt idx="7">
                    <c:v>Analysis</c:v>
                  </c:pt>
                  <c:pt idx="8">
                    <c:v>Fuzzers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99.9</c:v>
                </c:pt>
                <c:pt idx="1">
                  <c:v>99.5</c:v>
                </c:pt>
                <c:pt idx="2">
                  <c:v>99.4</c:v>
                </c:pt>
                <c:pt idx="3">
                  <c:v>97.9</c:v>
                </c:pt>
                <c:pt idx="4">
                  <c:v>97.1</c:v>
                </c:pt>
                <c:pt idx="5">
                  <c:v>96.6</c:v>
                </c:pt>
                <c:pt idx="6">
                  <c:v>96.3</c:v>
                </c:pt>
                <c:pt idx="7">
                  <c:v>90.8</c:v>
                </c:pt>
                <c:pt idx="8">
                  <c:v>52.8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E1B4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SIEM ML Predictor is a simple web app. You upload a file of network events, a pre-trained machine-learning model scores each event, and the page shows the statistics. The screenshot is the real running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SOC teams face too many events. The bars show what the model does on a held-out capture of 1.14 million flows: it flags about 224 thousand for review, and 97.4 percent of those flagged are real attacks.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steps: upload a flow export, the model scores each event, and the page explains the result. The app is intentionally simple: no accounts, database or case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the browser uploads a file, the backend parses it and aligns the columns, builds the 37 flow features, runs 43 boosted trees, then returns scores, a flag per event, statistics and a downloadable CSV. The frontend has no build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is trained on the raw UNSW-NB15 capture: 912 thousand flows. It is tuned on a validation slice and evaluated on a different, later capture of 1.14 million flows. Identifiers such as IPs and timestamps are deliberately excluded so the model learns behaviour, not the testbed.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Held-out results at the tuned threshold: precision 97.4 percent, recall 96.2 percent, F1 0.968, ROC-AUC 0.999, false alarms 0.63 percent of benign flows. Say clearly that the test set comes from an easy lab testbed, so real-world numbers will be lower.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Per-category recall on the held-out capture. Most attack types are above 96 percent. Fuzzers are the honest weak spot at about 53 percent recall.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slide. The walkthrough plays nine steps: data received, columns matched, features built, rules learned, trees vote, decision, why flagged, priority, result. Every number shown is measured from the real run. Full statistics has a threshold slider and downloadable predictions.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Priority tiers turn a score into a work queue: the Critical tier holds 93 percent of attacks at 99 percent precision, so analysts start there. The MCP server lets IBM Bob call the same analysis conversationally through four read-only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honesty: the benchmark is an easy lab dataset, fuzzers are weak, and the model only reads flow records. Next steps are real enterprise data, a log-text model, better fuzzer features, and a feedback loop.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5F6FF"/>
          </a:solidFill>
          <a:ln w="12700">
            <a:solidFill>
              <a:srgbClr val="F5F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60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THREAT DETECTION WITH MACHINE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ML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network events. A pre-trained model scores every one as malicious or benign, and shows why.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UNSW-NB15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01368" y="384048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25496" y="384048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pic>
        <p:nvPicPr>
          <p:cNvPr id="9" name="Image 0" descr="/private/tmp/claude-501/-Users-shafikshaikh-Documents-IBM-BOB/fdcd1de1-3b9d-4244-9618-edb50626c87a/scratchpad/c_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88720"/>
            <a:ext cx="4023360" cy="2679192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pic>
      <p:sp>
        <p:nvSpPr>
          <p:cNvPr id="10" name="Text 7"/>
          <p:cNvSpPr/>
          <p:nvPr/>
        </p:nvSpPr>
        <p:spPr>
          <a:xfrm>
            <a:off x="4846320" y="39593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 full statistics 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analysts drown in events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ML Predictor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tools export millions of network events every day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events are benign, but every one needs a look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rules miss new patterns and raise false alarms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triage gives attackers more time inside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does to a real capture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6002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6002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1,140,045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flows in the test capture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754880" y="256032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560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224,530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review · 19.7%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754880" y="352044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3520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218,787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attacks · 97.4%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upload, score, understand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ML Predictor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F5F6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157093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417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Upload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21031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CSV, Parquet, JSON or NDJSON file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300 MB or 2M rows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columns are reported, not fatal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123444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F5F6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29000" y="141732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619" y="157093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14800" y="1417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Score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429000" y="21031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XGBoost model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gets a 0 to 1 attack score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above the tuned threshold (0.63)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35040" y="123444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F5F6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7920" y="141732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539" y="157093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03720" y="1417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Understand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217920" y="21031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F1, ROC-AUC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and per-attack detection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Plain-word reasons behind each flag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57200" y="393192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E0E7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40080" y="39319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accounts. No database. No case management. Just a file in and statistics out.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from file to flagged events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ML Predictor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463040" cy="2194560"/>
          </a:xfrm>
          <a:prstGeom prst="roundRect">
            <a:avLst>
              <a:gd name="adj" fmla="val 5000"/>
            </a:avLst>
          </a:prstGeom>
          <a:solidFill>
            <a:srgbClr val="F5F6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4996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1920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6928" y="22860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Parquet, JSON, NDJSON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956816" y="2240280"/>
            <a:ext cx="164592" cy="182880"/>
          </a:xfrm>
          <a:prstGeom prst="rightArrow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48840" y="1234440"/>
            <a:ext cx="1463040" cy="2194560"/>
          </a:xfrm>
          <a:prstGeom prst="roundRect">
            <a:avLst>
              <a:gd name="adj" fmla="val 5000"/>
            </a:avLst>
          </a:prstGeom>
          <a:solidFill>
            <a:srgbClr val="F5F6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86000" y="1371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016" y="1499616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286000" y="1920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258568" y="22860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and align columns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missing fields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48456" y="2240280"/>
            <a:ext cx="164592" cy="182880"/>
          </a:xfrm>
          <a:prstGeom prst="rightArrow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840480" y="1234440"/>
            <a:ext cx="1463040" cy="2194560"/>
          </a:xfrm>
          <a:prstGeom prst="roundRect">
            <a:avLst>
              <a:gd name="adj" fmla="val 5000"/>
            </a:avLst>
          </a:prstGeom>
          <a:solidFill>
            <a:srgbClr val="F5F6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977640" y="1371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656" y="1499616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977640" y="1920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3950208" y="22860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flow features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Protocol, service, state encoded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340096" y="2240280"/>
            <a:ext cx="164592" cy="182880"/>
          </a:xfrm>
          <a:prstGeom prst="rightArrow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532120" y="1234440"/>
            <a:ext cx="1463040" cy="2194560"/>
          </a:xfrm>
          <a:prstGeom prst="roundRect">
            <a:avLst>
              <a:gd name="adj" fmla="val 5000"/>
            </a:avLst>
          </a:prstGeom>
          <a:solidFill>
            <a:srgbClr val="F5F6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669280" y="1371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1499616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69280" y="1920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641848" y="22860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trees, depth 6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 to 1 per flow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7031736" y="2240280"/>
            <a:ext cx="164592" cy="182880"/>
          </a:xfrm>
          <a:prstGeom prst="rightArrow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223760" y="1234440"/>
            <a:ext cx="1463040" cy="2194560"/>
          </a:xfrm>
          <a:prstGeom prst="roundRect">
            <a:avLst>
              <a:gd name="adj" fmla="val 5000"/>
            </a:avLst>
          </a:prstGeom>
          <a:solidFill>
            <a:srgbClr val="F5F6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360920" y="1371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936" y="1499616"/>
            <a:ext cx="201168" cy="20116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360920" y="1920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7333488" y="22860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at threshold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Stats, reasons, CSV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457200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457200" y="40233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2057400" y="402336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3108960" y="4023360"/>
            <a:ext cx="868680" cy="36576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4114800" y="402336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HTML / CSS / JS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6035040" y="4023360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for IBM Bob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model behind the scores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ML Predictor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5F6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912K</a:t>
            </a:r>
            <a:endParaRPr lang="en-US" sz="3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flows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5F6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2801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1.14M</a:t>
            </a:r>
            <a:endParaRPr lang="en-US" sz="3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flows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5F6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889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3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features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2606040" y="278892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5F6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27889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3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trees, depth 6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029200" y="128016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UNSW-NB15 raw network flows from UNSW Canberra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an early capture, threshold tuned on a later slice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a separate later capture the model never saw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IPs, client ports and timestamps left out: they identify the lab, not the behaviour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0.63 maximises F1 on validation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on a capture the model never saw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ML Predictor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5F6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9728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125980" y="109728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5F6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63140" y="109728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794760" y="109728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5F6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09728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0.968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63540" y="109728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5F6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00700" y="109728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132320" y="109728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5F6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109728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0.63%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" y="2194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(1,140,045 flows)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45920" y="2514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benign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00400" y="2514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malicious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278892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benign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45920" y="278892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E6F6F3"/>
          </a:solidFill>
          <a:ln w="12700">
            <a:solidFill>
              <a:srgbClr val="E6F6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2788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906,858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200400" y="278892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2788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5,743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36118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malicious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645920" y="361188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0" y="3611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8,657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attack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200400" y="361188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E6F6F3"/>
          </a:solidFill>
          <a:ln w="12700">
            <a:solidFill>
              <a:srgbClr val="E6F6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3611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218,787</a:t>
            </a:r>
            <a:endParaRPr lang="en-US" sz="1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2064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20640" y="25603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100 flagged events, about 97 are real attacks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100 real attacks, about 96 are caught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0.63% of benign traffic raises a false alarm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0.999: attacks are ranked far above normal traffic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by attack type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ML Predictor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143000"/>
          <a:ext cx="53949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126480" y="123444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E6F6F3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63640" y="1371600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173" y="1479133"/>
            <a:ext cx="168981" cy="16898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6656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263640" y="184708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of nine types above 96% recall. Generic, the largest class, reaches 99.9% (151K flows).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126480" y="29260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DECEC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63640" y="306324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173" y="3170773"/>
            <a:ext cx="168981" cy="16898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66560" y="30632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spot: Fuzzers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263640" y="353872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52.8% recall: 7,814 of 14,806 caught. Fuzzing traffic is the hardest to separate from normal.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tour: see how every score is made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ML Predictor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6" name="Image 0" descr="/private/tmp/claude-501/-Users-shafikshaikh-Documents-IBM-BOB/fdcd1de1-3b9d-4244-9618-edb50626c87a/scratchpad/c_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572000" cy="3044952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457200" y="43159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statistics: threshold slider, KPIs, score distribution, confusion matrix</a:t>
            </a:r>
            <a:endParaRPr lang="en-US" sz="1000" dirty="0"/>
          </a:p>
        </p:txBody>
      </p:sp>
      <p:pic>
        <p:nvPicPr>
          <p:cNvPr id="8" name="Image 1" descr="/private/tmp/claude-501/-Users-shafikshaikh-Documents-IBM-BOB/fdcd1de1-3b9d-4244-9618-edb50626c87a/scratchpad/c_w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188720"/>
            <a:ext cx="3383280" cy="1353312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5303520" y="2606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flagged: per-event reasons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303520" y="3017520"/>
            <a:ext cx="3383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9-step animated walkthrough of every scoring stage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threshold slider recomputes all metrics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in plain words for each flagged event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CSV of all predictions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AND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tiers and IBM Bob integration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ML Predictor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tiers for triage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297680" cy="640080"/>
          </a:xfrm>
          <a:prstGeom prst="roundRect">
            <a:avLst>
              <a:gd name="adj" fmla="val 11429"/>
            </a:avLst>
          </a:prstGeom>
          <a:solidFill>
            <a:srgbClr val="F5F6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64208"/>
            <a:ext cx="868680" cy="420624"/>
          </a:xfrm>
          <a:prstGeom prst="roundRect">
            <a:avLst>
              <a:gd name="adj" fmla="val 17391"/>
            </a:avLst>
          </a:prstGeom>
          <a:solidFill>
            <a:srgbClr val="DC26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1554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0.90 to 1.00 · 214,189 flows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 real · holds 93.4% of attacks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297680" cy="640080"/>
          </a:xfrm>
          <a:prstGeom prst="roundRect">
            <a:avLst>
              <a:gd name="adj" fmla="val 11429"/>
            </a:avLst>
          </a:prstGeom>
          <a:solidFill>
            <a:srgbClr val="F5F6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95728"/>
            <a:ext cx="868680" cy="420624"/>
          </a:xfrm>
          <a:prstGeom prst="roundRect">
            <a:avLst>
              <a:gd name="adj" fmla="val 17391"/>
            </a:avLst>
          </a:prstGeom>
          <a:solidFill>
            <a:srgbClr val="D9770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2286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0.63 to 0.90 · 10,341 flows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61.1% real · holds 2.8% of attacks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297680" cy="640080"/>
          </a:xfrm>
          <a:prstGeom prst="roundRect">
            <a:avLst>
              <a:gd name="adj" fmla="val 11429"/>
            </a:avLst>
          </a:prstGeom>
          <a:solidFill>
            <a:srgbClr val="F5F6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27248"/>
            <a:ext cx="868680" cy="420624"/>
          </a:xfrm>
          <a:prstGeom prst="roundRect">
            <a:avLst>
              <a:gd name="adj" fmla="val 17391"/>
            </a:avLst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3017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0.30 to 0.63 · 21,876 flows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34.8% real · holds 3.3% of attacks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4297680" cy="640080"/>
          </a:xfrm>
          <a:prstGeom prst="roundRect">
            <a:avLst>
              <a:gd name="adj" fmla="val 11429"/>
            </a:avLst>
          </a:prstGeom>
          <a:solidFill>
            <a:srgbClr val="F5F6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58768"/>
            <a:ext cx="868680" cy="420624"/>
          </a:xfrm>
          <a:prstGeom prst="roundRect">
            <a:avLst>
              <a:gd name="adj" fmla="val 17391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3749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below 0.30 · 893,639 flows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 real · holds 0.5% of attacks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20640" y="1143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via MCP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0" y="1481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as the web app, exposed as four read-only tools: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1828800"/>
            <a:ext cx="3566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373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get_model_info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which model, how far to trust it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373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list_samples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sample flow files to try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373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analyze_file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which flows look malicious, what to check first</a:t>
            </a:r>
            <a:endParaRPr lang="en-US" sz="11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00" b="1" dirty="0">
                <a:solidFill>
                  <a:srgbClr val="373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explain_event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why the model flagged row 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20640" y="3611880"/>
            <a:ext cx="3566160" cy="73152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36118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Bob: “Which flows in sample_labelled.csv look malicious, and what should I check first?”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Limits, next steps and takeaway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ML Predictor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2697480"/>
          </a:xfrm>
          <a:prstGeom prst="roundRect">
            <a:avLst>
              <a:gd name="adj" fmla="val 2712"/>
            </a:avLst>
          </a:prstGeom>
          <a:solidFill>
            <a:srgbClr val="FEF3E2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2588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" y="1441094"/>
            <a:ext cx="181051" cy="1810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325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187452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UNSW-NB15 is a 2015 lab testbed: expect lower scores on a real network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TTL alone reaches ROC-AUC 0.983, so the data is easy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Fuzzers only 52.8% recall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flow records only, not syslog or CEF text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rank events for review, not a verdict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63440" y="1188720"/>
            <a:ext cx="4023360" cy="2697480"/>
          </a:xfrm>
          <a:prstGeom prst="roundRect">
            <a:avLst>
              <a:gd name="adj" fmla="val 2712"/>
            </a:avLst>
          </a:prstGeom>
          <a:solidFill>
            <a:srgbClr val="F5F6FF"/>
          </a:solidFill>
          <a:ln w="9525">
            <a:solidFill>
              <a:srgbClr val="E0E7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46320" y="132588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534" y="1441094"/>
            <a:ext cx="181051" cy="1810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325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846320" y="187452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validate on real enterprise flow logs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text model for syslog and CEF events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Fuzzer-specific features to lift recall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feedback loop for periodic retraining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explainable, honest triage help.   Thank you.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SIEM ML Predictor</dc:title>
  <dc:subject>PptxGenJS Presentation</dc:subject>
  <dc:creator>SIEM ML Predictor</dc:creator>
  <cp:lastModifiedBy>SIEM ML Predictor</cp:lastModifiedBy>
  <cp:revision>1</cp:revision>
  <dcterms:created xsi:type="dcterms:W3CDTF">2026-09-19T09:07:10Z</dcterms:created>
  <dcterms:modified xsi:type="dcterms:W3CDTF">2026-09-19T09:07:10Z</dcterms:modified>
</cp:coreProperties>
</file>